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SMART INDIA HACKATHON 2026</a:t>
            </a:r>
          </a:p>
          <a:p>
            <a:pPr algn="ctr">
              <a:spcAft>
                <a:spcPts val="1400"/>
              </a:spcAft>
              <a:defRPr sz="2400" b="1">
                <a:solidFill>
                  <a:srgbClr val="F8FAFC"/>
                </a:solidFill>
              </a:defRPr>
            </a:pPr>
            <a:r>
              <a:t>INDUSTRIAL FIRE &amp; ANOMALY GIS DASHBOARD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Problem Statement ID: SIH-2026-SPACE-01 (or Assigned ID)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Problem Statement Title: AI &amp; Satellite GIS for Real-Time Industrial Fire &amp; Wildfire Differentiation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Theme: Space Technology / Disaster Management / Clean Energy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Category: Software Category (WebGIS, ML Analytics &amp; Satellite Telemetry)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Target Region: Pan-South Asia Network (Kashmir to Sri Lanka Maritime Buffer)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Deployment: Live on Vercel &amp; Render Cloud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SMART INDIA HACKATHON 2026 | IDEA TITLE &amp; PROPOSED SOLUTION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SUB-THEME: SPACE TECH / DISASTER MANAGEMENT • REAL-TIME TELEMETRY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THE OPERATIONAL PROBLEM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Traditional ground reports take hours after fire/flare breaches occur.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 automated differentiation between routine refinery flares and wildfires.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Satellite telemetry (NetCDF / CSV) is fragmented and complex for ground teams.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Isolated asset tracking without unified multi-spectral spatial intelligence.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Critical energy assets require 24/7 sub-kilometer spatial perimeter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THE SAT-GIS INNOVATION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Autonomous Multi-Spectral Ingestion: NASA VIIRS (375m) &amp; MODIS (1km).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Isolation Forest ML Engine: Classifies anomalous thermal flare spikes (&gt;80MW).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Haversine 5km Geo-Fence Buffer: Separates industrial flares from vegetation fires.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Defense-Grade GIS UI: Instant Fly-To navigation, Esri tactical tiles &amp; radar hud.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Maritime Expansion: Complete coverage from Kashmir Valley to Sri Lanka hubs.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SMART INDIA HACKATHON 2026 | TECHNICAL APPROACH &amp; ARCHITECTURE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SUB-THEME: SYSTEM ENGINEERING • REAL-TIME TELEMETRY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SATELLITE TELEMETRY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NASA LANCE &amp; FIRMS API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VIIRS NOAA-20 (375m NRT)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MODIS Terra/Aqua (1km Thermal)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Polar Orbit Ingestion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Brightness Temp (Kelvin) Ingestion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Fire Radiative Power (FRP MW)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CORE AI/ML PIPELINE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FastAPI Asynchronous Backend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Isolation Forest Anomaly Scoring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Random Forest Classification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196+ Strategic Asset Registry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Haversine Distance Clustering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Failover Dynamic Seed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DEFENSE GIS FRONTEND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React 18 &amp; Vite Web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Leaflet &amp; React-Leaflet GIS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Esri Defense Canvas Basemaps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Instant Fly-To Radar Search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 Inspection Drawer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Vercel Edge Global CDN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SMART INDIA HACKATHON 2026 | FEASIBILITY, RISKS &amp; MITIGATION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SUB-THEME: PROJECT VIABILITY • REAL-TIME TELEMETRY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STRENGTHS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Zero-config edge deployment on Vercel.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Failover architecture guarantees zero downtime demo.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Sub-kilometer spatial precision down to 375 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CHALLENGES &amp; MITIGATIONS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Challenge: Free tier backend hibernation on cloud.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Mitigation: Integrated client-side dynamic seed fallback.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Challenge: Cloud cover attenuation during monsoons.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OPPORTUNITIES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Integration with ISRO INSAT-3D for 15-min cadence.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REST Webhooks for NDRF &amp; Fire Depts.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Carbon flare accounting for environmental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STRATEGIC VIABILITY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100% open-source stack with zero expensive GIS licenses.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Scalable to global refinery and pipeline corridors.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Lightweight browser execution without desktop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SMART INDIA HACKATHON 2026 | IMPACT AND STAKEHOLDER BENEFITS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SUB-THEME: NATIONAL IMPACT • REAL-TIME TELEMETRY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REFINERIES &amp; ENERGY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Target: IOCL, RIL, BPCL, ONGC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Early detection of flare blowouts and anomalous pressure fires.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Reduces asset loss and insurance risk across 196+ facilities.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DISASTER AGENCIES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Target: NDRF, State SDRF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Zero-delay geolocation of critical hotspots with GPS accuracy.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Rapid fire truck / emergency containment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FOREST DEPARTMENTS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Target: State Forest Guards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Separates agricultural stubble burning from wild reserve fires.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Protection of eco-zones like Western Ghats and Sinharaja.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ENVIRONMENT &amp; ESG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Target: Pollution Control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thermal monitoring of industrial emission belts.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Transparent carbon flaring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SMART INDIA HACKATHON 2026 | RESEARCH, REPOSITORY &amp; ARTIFACTS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SUB-THEME: VERIFICATION &amp; LINKS • REAL-TIME TELEMETRY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RESEARCH &amp; DATASETS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NASA LANCE / FIRMS Active Fire Telemetry Database.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VIIRS 375m Active Fire Detection Product Guide (NOAA-20).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Liu et al. - Isolation Forest Anomaly Detection Framework.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Esri Defense Tactical World Canvas Vector Services.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Pan-India Energy Infrastructure Geospatial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VERIFIED LIVE DEPLOYMENTS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GitHub Repository: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https://github.com/sodhanimanav-source/industrial-fire-detection-gis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Interactive GIS Web App (Live Vercel):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https://industrial-fire-detection-gis.vercel.app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Backend API Docs (OpenAPI / Swagger):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https://industrial-fire-detection-gis.onrender.com/docs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Live REST Hotspot Feed: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https://industrial-fire-detection-gis.onrender.com/api/hotspots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