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SMART INDIA HACKATHON 2026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AI &amp; SATELLITE-DRIVEN GIS SPATIAL INTELLIGENCE PLATFORM</a:t>
            </a:r>
          </a:p>
          <a:p>
            <a:pPr algn="ctr">
              <a:defRPr sz="1400">
                <a:solidFill>
                  <a:srgbClr val="F59E0B"/>
                </a:solidFill>
              </a:defRPr>
            </a:pPr>
            <a:r>
              <a:t>Real-Time Industrial Fire Detection, Flare Monitoring &amp; Wildfire Differentiator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• Problem Statement ID: SIH-2026-SPACE-01</a:t>
            </a:r>
            <a:br/>
            <a:r>
              <a:t>• Theme: Space Technology / Disaster Management / Clean Energy</a:t>
            </a:r>
            <a:br/>
            <a:r>
              <a:t>• Category: Software</a:t>
            </a:r>
            <a:br/>
            <a:r>
              <a:t>• Team ID: [YOUR_TEAM_ID]   |   Team Name: [YOUR_TEAM_NAME]</a:t>
            </a:r>
            <a:br/>
            <a:r>
              <a:t>• Live Telemetry Radar: Pan-India &amp; Sri Lanka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IDEA &amp; PROPOSED SOLUTION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• PROBLEM STATEMENT &amp;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Current Industry Challenges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Delayed Ground Reports: Flare leaks and forest fires reported hours after spread.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False Classification: Routine flare stacks mixed with accidental disaster fires.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Data Inaccessibility: Raw NASA thermal CSVs unusable for ground responders.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Isolated Visibility: Lack of continuous Pan-South Asia geospatial correlation.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Our AI-Driven Sat-GIS Solution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Sub-Kilometer Orbit Scans: VIIRS (375m) &amp; MODIS (1km) real-time stream ingestion.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ML Spatial Differentiator: Automated 5km geo-fence buffer (Industrial vs Wildfire).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Tactical Mission Console: Instant fly-to radar navigation, FRP intensity &amp; telemetry.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196+ Strategic Asset Shield: Jamnagar, Singrauli, Paradip to Sri Lankan refineries.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TECHNICAL APPROACH &amp; SYSTEM ARCHITECTURE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• PIPELINE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End-to-End Autonomous Pipeline Flow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[1. SATELLITE TELEMETRY INGESTION]</a:t>
            </a:r>
            <a:br/>
            <a:r>
              <a:t>   ├── NASA FIRMS API: VIIRS NOAA-20 (375m) + MODIS Terra/Aqua (1km)</a:t>
            </a:r>
            <a:br/>
            <a:r>
              <a:t>   └── Sub-continent coverage (Kashmir 34.5°N to Sri Lanka 5.9°N)</a:t>
            </a:r>
            <a:br/>
            <a:br/>
            <a:r>
              <a:t>[2. BACKEND SPATIAL ENGINE (FastAPI / Render Cloud)]</a:t>
            </a:r>
            <a:br/>
            <a:r>
              <a:t>   ├── Coordinate Parsing &amp; Timestamp Sync</a:t>
            </a:r>
            <a:br/>
            <a:r>
              <a:t>   └── 196+ Strategic Infrastructure Registry (Refineries, Thermal Hubs, Ports)</a:t>
            </a:r>
            <a:br/>
            <a:br/>
            <a:r>
              <a:t>[3. ML ANOMALY DETECTION &amp; CLASSIFICATION]</a:t>
            </a:r>
            <a:br/>
            <a:r>
              <a:t>   ├── Haversine Buffer Engine: 5km Proximity Tagging (Industrial Flare vs Wildfire)</a:t>
            </a:r>
            <a:br/>
            <a:r>
              <a:t>   └── Isolation Forest ML: Anomaly Thresholding on Fire Radiative Power (FRP &gt; 80MW)</a:t>
            </a:r>
            <a:br/>
            <a:br/>
            <a:r>
              <a:t>[4. MISSION CONTROL GIS DASHBOARD (React + Leaflet + Vercel Edge)]</a:t>
            </a:r>
            <a:br/>
            <a:r>
              <a:t>   ├── Esri Defense Tactical Basemap with Hologram Pulse Overlays</a:t>
            </a:r>
            <a:br/>
            <a:r>
              <a:t>   └── Real-time Location Search with Cinematic Fly-To Radar Animation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FEASIBILITY, VIABILITY &amp; RISK MITIGATION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• SWOT &amp;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Operational Viability Matrix &amp; Mitigation Strategies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STRENGTH: Zero-latency edge deployment on Vercel with automated seed telemetry fallback.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FEASIBILITY: 100% browser-accessible; eliminates the need for heavy desktop GIS software (ArcGIS/QGIS).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CLOUD COVER MITIGATION: Dual-sensor merging (VIIRS Day/Night Band + MODIS thermal bands).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FALSE ALARM MITIGATION: Isolation Forest trained on baseline flaring to isolate sudden anomalous spikes.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FUTURE SCALABILITY: Direct API hooks for ISRO INSAT-3D 15-minute cadence and NDRF disaster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IMPACT, BENEFITS &amp; TARGET BENEFICIARIES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• SOCIO-ECONOMIC &amp; ECOLOGICAL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Target Beneficiaries &amp; Multi-Sector Benefits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Disaster Management Agencies (NDRF / SDRF): Instant coordinate dispatch and zero-delay hazard containment.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Critical Energy Refineries (IOCL, RIL, BPCL): Automated flare monitoring, preventing multimillion-dollar explosions.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Forest &amp; Environment Departments: Precise differentiation between agricultural stubble burning and forest wildfires.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Economic Impact: Drastic reduction in asset loss and real-time carbon flaring emission audits.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Global Relevance: Supports UN Sustainable Development Goals (SDG 9: Industry &amp; SDG 13: Climate Action).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RESEARCH REFERENCES &amp; LIVE DEMO REPOSITORY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• VERIFIED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Research Citations &amp; Live Verified Deployments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Satellite Data: NASA FIRMS (VIIRS NOAA-20 &amp; MODIS Terra/Aqua NRT Telemetry)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Anomaly Detection Research: Liu et al., Isolation Forest for Large-Scale Geospatial Time-Series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Interactive GIS Web App: https://industrial-fire-detection-gis.vercel.app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Backend OpenAPI Documentation: https://industrial-fire-detection-gis.onrender.com/docs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REST API Telemetry Feed: https://industrial-fire-detection-gis.onrender.com/api/hotspots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GitHub Source Code Repository: https://github.com/sodhanimanav-source/industrial-fire-detection-gis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